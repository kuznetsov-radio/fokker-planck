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-943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17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62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65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18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29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5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15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87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01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19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84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8EA40-E1C7-46AD-B0AB-31D1C66037D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E983B-48D9-4426-A6E7-C97E0154BB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043608" y="1034734"/>
            <a:ext cx="23402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CREATE_SOLVER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043608" y="2060848"/>
            <a:ext cx="23402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GET_GRIDS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043608" y="4005064"/>
            <a:ext cx="23402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SOLVE</a:t>
            </a:r>
            <a:endParaRPr lang="ru-RU" sz="16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043608" y="6075294"/>
            <a:ext cx="234026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DELETE_SOLVER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Ромб 7"/>
          <p:cNvSpPr/>
          <p:nvPr/>
        </p:nvSpPr>
        <p:spPr>
          <a:xfrm>
            <a:off x="1043608" y="4991290"/>
            <a:ext cx="2340260" cy="5040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&gt; </a:t>
            </a:r>
            <a:r>
              <a:rPr lang="en-US" sz="16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1600" baseline="-25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Прямая со стрелкой 9"/>
          <p:cNvCxnSpPr>
            <a:stCxn id="4" idx="2"/>
            <a:endCxn id="5" idx="0"/>
          </p:cNvCxnSpPr>
          <p:nvPr/>
        </p:nvCxnSpPr>
        <p:spPr>
          <a:xfrm>
            <a:off x="2213738" y="1466782"/>
            <a:ext cx="0" cy="594066"/>
          </a:xfrm>
          <a:prstGeom prst="straightConnector1">
            <a:avLst/>
          </a:prstGeom>
          <a:ln w="2540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5" idx="2"/>
            <a:endCxn id="6" idx="0"/>
          </p:cNvCxnSpPr>
          <p:nvPr/>
        </p:nvCxnSpPr>
        <p:spPr>
          <a:xfrm>
            <a:off x="2213738" y="2492896"/>
            <a:ext cx="0" cy="1512168"/>
          </a:xfrm>
          <a:prstGeom prst="straightConnector1">
            <a:avLst/>
          </a:prstGeom>
          <a:ln w="2540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6" idx="2"/>
            <a:endCxn id="8" idx="0"/>
          </p:cNvCxnSpPr>
          <p:nvPr/>
        </p:nvCxnSpPr>
        <p:spPr>
          <a:xfrm>
            <a:off x="2213738" y="4437112"/>
            <a:ext cx="0" cy="554178"/>
          </a:xfrm>
          <a:prstGeom prst="straightConnector1">
            <a:avLst/>
          </a:prstGeom>
          <a:ln w="2540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8" idx="2"/>
            <a:endCxn id="7" idx="0"/>
          </p:cNvCxnSpPr>
          <p:nvPr/>
        </p:nvCxnSpPr>
        <p:spPr>
          <a:xfrm>
            <a:off x="2213738" y="5495346"/>
            <a:ext cx="0" cy="579948"/>
          </a:xfrm>
          <a:prstGeom prst="straightConnector1">
            <a:avLst/>
          </a:prstGeom>
          <a:ln w="2540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8" idx="1"/>
          </p:cNvCxnSpPr>
          <p:nvPr/>
        </p:nvCxnSpPr>
        <p:spPr>
          <a:xfrm flipH="1">
            <a:off x="404537" y="5243318"/>
            <a:ext cx="63907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 flipV="1">
            <a:off x="404536" y="3005953"/>
            <a:ext cx="2" cy="223736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404536" y="3005953"/>
            <a:ext cx="1809202" cy="0"/>
          </a:xfrm>
          <a:prstGeom prst="straightConnector1">
            <a:avLst/>
          </a:prstGeom>
          <a:ln w="2540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Скругленный прямоугольник 36"/>
          <p:cNvSpPr/>
          <p:nvPr/>
        </p:nvSpPr>
        <p:spPr>
          <a:xfrm>
            <a:off x="3779912" y="4678197"/>
            <a:ext cx="792088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1600" i="1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i+1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1600" i="1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i+1</a:t>
            </a:r>
            <a:endParaRPr lang="ru-RU" sz="1600" i="1" baseline="-25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9" name="Прямая со стрелкой 38"/>
          <p:cNvCxnSpPr>
            <a:endCxn id="37" idx="1"/>
          </p:cNvCxnSpPr>
          <p:nvPr/>
        </p:nvCxnSpPr>
        <p:spPr>
          <a:xfrm>
            <a:off x="2915816" y="4437112"/>
            <a:ext cx="864096" cy="421105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Скругленный прямоугольник 39"/>
          <p:cNvSpPr/>
          <p:nvPr/>
        </p:nvSpPr>
        <p:spPr>
          <a:xfrm>
            <a:off x="3779912" y="3293985"/>
            <a:ext cx="792088" cy="36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1600" i="1" baseline="-25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1600" i="1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endParaRPr lang="ru-RU" sz="1600" i="1" baseline="-25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1" name="Прямая со стрелкой 40"/>
          <p:cNvCxnSpPr>
            <a:stCxn id="40" idx="1"/>
          </p:cNvCxnSpPr>
          <p:nvPr/>
        </p:nvCxnSpPr>
        <p:spPr>
          <a:xfrm flipH="1">
            <a:off x="2915816" y="3474005"/>
            <a:ext cx="864096" cy="531059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>
            <a:stCxn id="37" idx="0"/>
            <a:endCxn id="40" idx="2"/>
          </p:cNvCxnSpPr>
          <p:nvPr/>
        </p:nvCxnSpPr>
        <p:spPr>
          <a:xfrm flipV="1">
            <a:off x="4175956" y="3654025"/>
            <a:ext cx="0" cy="1024172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Скругленный прямоугольник 48"/>
          <p:cNvSpPr/>
          <p:nvPr/>
        </p:nvSpPr>
        <p:spPr>
          <a:xfrm>
            <a:off x="3779912" y="2917830"/>
            <a:ext cx="792088" cy="36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1600" i="1" baseline="-25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0" name="Прямая со стрелкой 49"/>
          <p:cNvCxnSpPr>
            <a:stCxn id="49" idx="1"/>
          </p:cNvCxnSpPr>
          <p:nvPr/>
        </p:nvCxnSpPr>
        <p:spPr>
          <a:xfrm flipH="1">
            <a:off x="2366138" y="3097850"/>
            <a:ext cx="1413774" cy="907214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Скругленный прямоугольник 65"/>
          <p:cNvSpPr/>
          <p:nvPr/>
        </p:nvSpPr>
        <p:spPr>
          <a:xfrm>
            <a:off x="3779912" y="130206"/>
            <a:ext cx="4689723" cy="57606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dimensions, switches, grid and integration settings,</a:t>
            </a:r>
          </a:p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1600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1600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el-GR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Λ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1600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en-US" sz="16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600" baseline="-25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chromo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l-GR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Λ</a:t>
            </a:r>
            <a:r>
              <a:rPr lang="en-US" sz="1600" baseline="-25000" dirty="0" smtClean="0">
                <a:latin typeface="Cambria" panose="02040503050406030204" pitchFamily="18" charset="0"/>
                <a:ea typeface="Cambria" panose="02040503050406030204" pitchFamily="18" charset="0"/>
              </a:rPr>
              <a:t>chromo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l-GR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λ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1600" baseline="-25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grid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7" name="Прямая со стрелкой 66"/>
          <p:cNvCxnSpPr>
            <a:stCxn id="66" idx="1"/>
          </p:cNvCxnSpPr>
          <p:nvPr/>
        </p:nvCxnSpPr>
        <p:spPr>
          <a:xfrm flipH="1">
            <a:off x="2915816" y="418238"/>
            <a:ext cx="864096" cy="616496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Скругленный прямоугольник 69"/>
          <p:cNvSpPr/>
          <p:nvPr/>
        </p:nvSpPr>
        <p:spPr>
          <a:xfrm>
            <a:off x="5220072" y="2096852"/>
            <a:ext cx="1584176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l-GR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μ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grids</a:t>
            </a:r>
            <a:endParaRPr lang="ru-RU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1" name="Прямая со стрелкой 70"/>
          <p:cNvCxnSpPr>
            <a:stCxn id="5" idx="3"/>
            <a:endCxn id="70" idx="1"/>
          </p:cNvCxnSpPr>
          <p:nvPr/>
        </p:nvCxnSpPr>
        <p:spPr>
          <a:xfrm>
            <a:off x="3383868" y="2276872"/>
            <a:ext cx="1836204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endCxn id="40" idx="3"/>
          </p:cNvCxnSpPr>
          <p:nvPr/>
        </p:nvCxnSpPr>
        <p:spPr>
          <a:xfrm flipH="1">
            <a:off x="4572000" y="2456892"/>
            <a:ext cx="1800200" cy="1017113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/>
          <p:nvPr/>
        </p:nvCxnSpPr>
        <p:spPr>
          <a:xfrm flipH="1">
            <a:off x="4572000" y="2456892"/>
            <a:ext cx="1152128" cy="660956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Скругленный прямоугольник 86"/>
          <p:cNvSpPr/>
          <p:nvPr/>
        </p:nvSpPr>
        <p:spPr>
          <a:xfrm>
            <a:off x="7677547" y="1052046"/>
            <a:ext cx="792088" cy="36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grid</a:t>
            </a:r>
            <a:endParaRPr lang="ru-RU" sz="1600" i="1" baseline="-25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8" name="Прямая со стрелкой 87"/>
          <p:cNvCxnSpPr>
            <a:stCxn id="87" idx="0"/>
          </p:cNvCxnSpPr>
          <p:nvPr/>
        </p:nvCxnSpPr>
        <p:spPr>
          <a:xfrm flipH="1" flipV="1">
            <a:off x="7740352" y="706270"/>
            <a:ext cx="333239" cy="345776"/>
          </a:xfrm>
          <a:prstGeom prst="straightConnector1">
            <a:avLst/>
          </a:prstGeom>
          <a:ln w="12700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92606" y="5834025"/>
            <a:ext cx="442328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https://github.com/gmpohta/FokkerPlankSolver</a:t>
            </a:r>
            <a:endParaRPr lang="ru-RU" sz="16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6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https://github.com/kuznetsov-radio/Fokker-Planck</a:t>
            </a:r>
            <a:endParaRPr lang="ru-RU" sz="16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55</Words>
  <Application>Microsoft Office PowerPoint</Application>
  <PresentationFormat>Экран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Alexey</dc:creator>
  <cp:lastModifiedBy>Alexey</cp:lastModifiedBy>
  <cp:revision>8</cp:revision>
  <dcterms:created xsi:type="dcterms:W3CDTF">2026-10-12T14:24:53Z</dcterms:created>
  <dcterms:modified xsi:type="dcterms:W3CDTF">2026-10-12T15:11:14Z</dcterms:modified>
</cp:coreProperties>
</file>